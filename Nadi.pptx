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Nadi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E599"/>
                </a:solidFill>
              </a:defRPr>
            </a:pPr>
            <a:r>
              <a:t>On-device heart health + workout tracking  •  Android  •  No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FB3C0"/>
                </a:solidFill>
              </a:defRPr>
            </a:pPr>
            <a:r>
              <a:t>Camera rPPG + Hexagon NPU  •  Sensor-only workouts  •  100% on-device privacy</a:t>
            </a:r>
            <a:br/>
            <a:r>
              <a:t>Reference: iQOO 15 • Snapdragon 8 Elite Gen 5 (SM8850) • devansh0703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Two Dashboards, Zero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E599"/>
                </a:solidFill>
              </a:defRPr>
            </a:pPr>
            <a:r>
              <a:t>Heart • Workout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HEART — contactless HR + stress from front camera (rPPG), INT8 1D-CNN on Hexagon NPU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WORKOUT — rep counting + cardio, NO camera: accelerometer + GPS only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Independent tabs; deny camera, workouts still work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No frames, motion samples, or location traces leave the phone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Heart Dashboard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E599"/>
                </a:solidFill>
              </a:defRPr>
            </a:pPr>
            <a:r>
              <a:t>Camera → ROI → DSP → NPU →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30 FPS CameraX + MediaPipe Face Landmarker → forehead + cheek ROI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Zero-alloc green-channel sampling (no GC pauses)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Native C++: 300-sample buffer, Neon SIMD, Hamming, KissFFT → 0.75–3.0 Hz (45–180 BPM)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SNPE INT8 DLC removes motion artifacts on Hexagon HTP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Live HR, HRV stress, waveform, signal quality, on-device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Workout Dashboard — No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E599"/>
                </a:solidFill>
              </a:defRPr>
            </a:pPr>
            <a:r>
              <a:t>Accelerometer ~33 Hz • GPS • Calibrate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Auto reps: push-ups, sit-ups, squats, jumping jacks (FitTrack hysteresis)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Barbell: deadlift, overhead press, bench (RepCapture lift detector)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Elliptical: manual timed mode — reports only elapsed time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Running: distance (haversine), pace, 5000-pt route + cadence; AI run auto-start/pause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E599"/>
                </a:solidFill>
              </a:defRPr>
            </a:pPr>
            <a:r>
              <a:t>Compose • SNPE/DLC/HTP • Neon + FFT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UI: Jetpack Compose M3, MVVM + StateFlow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CameraX 1.3.0 • MediaPipe tasks-vision 0.10.0 • commons-math3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Native: C++17, arm_neon, KissFFT • AI: SNPE DLC on Hexagon HTP (NPU-or-nothing)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arm64-v8a only, API 26+, compiles SDK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Device Gating +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E599"/>
                </a:solidFill>
              </a:defRPr>
            </a:pPr>
            <a:r>
              <a:t>On-device by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Workout runs anywhere the APK installs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Heart gated to iQOO 15 (isSnapdragon8850), else unsupported screen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PulseML needs DLC + SNPE AAR + Hexagon NPU; no CPU/GPU fallback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Camera only for Heart; location only at run start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Build &amp;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E599"/>
                </a:solidFill>
              </a:defRPr>
            </a:pPr>
            <a:r>
              <a:t>Clone → Build → Install →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Needs: Studio Hedgehog+, NDK + CMake 3.22.1, SNPE AAR in app/libs/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./gradlew :app:assembleDebug → adb install -r app-debug.apk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Heart: grant camera → center face → hold still → live HR + stress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Workout: pick exercise → carry hint → calibrate → count → history (last 20)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E599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Nadi — contactless heart + sensor workouts, fully on-device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iQOO 15 • Snapdragon 8 Elite Gen 5 • Hexagon HTP v81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github.com/devansh0703/Nadi • Arm AI Developer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